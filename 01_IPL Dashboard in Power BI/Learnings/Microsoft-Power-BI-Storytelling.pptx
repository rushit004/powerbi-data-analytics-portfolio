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67c1228b-ace5-42a0-b6a9-0ade8cb8ae8f}">
  <we:reference id="WA200003233" version="2.0.0.3" store="en-US" storeType="OMEX"/>
  <we:alternateReferences/>
  <we:properties>
    <we:property name="Microsoft.Office.CampaignId" value="&quot;none&quot;"/>
    <we:property name="reportUrl" value="&quot;/groups/32418202-a885-419a-bf8e-de5170bbc7a2/reports/e8adca9f-5592-4a5f-9767-78f2d54ca374/95a8a33bc0de78aa086a?bookmarkGuid=591545a3-ccd2-4283-a564-66b0135e8ff0&amp;bookmarkUsage=1&amp;ctid=57fc081d-a628-4efc-aa72-112e11cb072a&amp;fromEntryPoint=export&amp;pbi_source=storytelling_addin&quot;"/>
    <we:property name="reportState" value="&quot;CONNECTED&quot;"/>
    <we:property name="artifactViewState" value="&quot;live&quot;"/>
    <we:property name="reportEmbeddedTime" value="&quot;2026-07-18T08:39:41.215Z&quot;"/>
    <we:property name="creatorSessionId" value="&quot;d5bfdb99-c92c-4058-8ad3-c5eb645a3687&quot;"/>
    <we:property name="creatorUserId" value="&quot;100320060722E556&quot;"/>
    <we:property name="creatorTenantId" value="&quot;57fc081d-a628-4efc-aa72-112e11cb072a&quot;"/>
    <we:property name="pageDisplayName" value="&quot;Navigator Page&quot;"/>
    <we:property name="pageName" value="&quot;95a8a33bc0de78aa086a&quot;"/>
    <we:property name="isFiltersActionButtonVisible" value="true"/>
    <we:property name="initialStateBookmark" value="&quot;H4sIAAAAAAAAA52ST0vEMBDFv4rkvEjb9K83FU+rq6h4EZFJM13iZpuSTpfVpd/dSXdBUGHFS5u8vv7eZDI7oU3fWXhfwBrFmbhwbrUGvzpJxEy0B+32dn5zfj9/XZzfXLHsOjKu7cXZThD4JdKT6QewgcDi88tMgLV3sAy7BmyPM9Gh710L1nzg3syfyA84zgRuO+s8BOQDAWHAbtjOe86OTyUnQk1mgw9Y016tMihBSlVHGosSICpzYFu/N0yV/WoJ6Cn+0rUEpuWYoDV5miUFJFEeV3WsK5WqMui9aZf2UPDXv4/vXegK4ZaU24Z+qDcODqRx5AMpiDOt40JFoKNCxmmSV0dpZs39+smSmGCjoUgxkrqCXMtUHWV1jFrAxiyBnP/JxDJPVZXkAEkWN7opUWb/P21d10mlS11y6xpVccFKHqXBdE8XAxFf5zfkRP1SxBp5xMLCDdR3UOMdtLx/3onOO54rMjj5eI6g1agPax/e14bQ7/OfwA7TQXjqxJTBFRll8Y/+cXwJj0+CnIbZMAMAAA==&quot;"/>
    <we:property name="bookmark" value="&quot;H4sIAAAAAAAAA52STUvEMBCG/4rkvEjb9CPxqFcRQfEiHibJdIlmm5JOl9Vl/7uTVhBUWPDSZt5MnncymaNwfhoDvN/BDsWVuI7xbQfp7aISGzGsGvamb9ECOCULja6RRc27cSQfh0lcHQVB2iI9+WmGkEEsPr9sBIRwD9sc9RAm3IgR0xQHCP4D12TeojTjaSPwMIaYICMfCAgzds/pHHMJ5aVkR7Dk9/iAllZVN6BASmMLh50CKFQLnDatCUtlf6Zk9GJ/EwcCP7BN1vq2bqoOqqIttS2dNrVRWZ/8sA1fBX+ffXwfc3MID2TiIffDvLJxJp1OfCEDZeNc2ZkCXNHJsq5afZbmd9yv3yyJFfYOuhoL6TS0TtbmLGtk1B3s/RYopt9MVG1tdNUCVE3Zu16hbP5/W2ttpZ1yilvXG80FG3mWBss7Xc9E/Jw/kAv1WxE75BHLizjTNILFexg4fj6KMUWeK/K45PEcweDQfa1T/t96wrT6P0GYl4vw1InF5SV/PgEwpsqXBwMAAA==&quot;"/>
    <we:property name="datasetId" value="&quot;081ee72e-8fee-4459-83a3-ae54c2d869e9&quot;"/>
    <we:property name="embedUrl" value="&quot;/reportEmbed?reportId=e8adca9f-5592-4a5f-9767-78f2d54ca374&amp;groupId=32418202-a885-419a-bf8e-de5170bbc7a2&amp;w=2&amp;config=eyJjbHVzdGVyVXJsIjoiaHR0cHM6Ly9XQUJJLVNPVVRILUVBU1QtQVNJQS1yZWRpcmVjdC5hbmFseXNpcy53aW5kb3dzLm5ldCIsImVtYmVkRmVhdHVyZXMiOnsidXNhZ2VNZXRyaWNzVk5leHQiOnRydWV9fQ%3D%3D&amp;disableSensitivityBanner=true&amp;storytellingChangeViewModeShortcutKeys=true&quot;"/>
    <we:property name="backgroundColor" value="&quot;#0A1929&quot;"/>
    <we:property name="reportName" value="&quot;ipl dashboard&quot;"/>
    <we:property name="isVisualContainerHeaderHidden" value="fals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84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bharattholiya1985@outlook.com</cp:lastModifiedBy>
  <cp:revision>3</cp:revision>
  <dcterms:created xsi:type="dcterms:W3CDTF">2018-06-07T21:39:02Z</dcterms:created>
  <dcterms:modified xsi:type="dcterms:W3CDTF">2026-07-18T08:40:28Z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